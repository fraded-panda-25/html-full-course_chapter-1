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86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C7245-6B90-47FA-A790-21D301665C7F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BB755-337F-49FB-A378-95BA730FA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1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BB755-337F-49FB-A378-95BA730FA3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8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0C7B-AB59-03CF-C1D9-46740B5A8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0E02A-E17B-AFB0-5003-7008B91E9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0B15-E1D6-1531-6431-8F260BBD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CEAC8-5910-C1BB-7467-B762C11C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6DED-4CA1-790A-B2F6-339208AB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2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7449-F6C5-45E8-80B5-89690C18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CF94-ABDD-C87D-01E7-DF2DD717D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CC04E-1406-6144-C3B8-D20F0469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0C6AE-C3DF-9477-D769-CAED157E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7CD86-7F1E-B4DA-96DE-8686CE36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4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61D7-5724-41A2-A96B-73BA599D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EB13D-E041-53C5-9522-5A592CEC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971A7-8624-87C1-9C75-8A9524E4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28D81-68FA-756E-34B5-12244917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6945D-D000-88B1-41BB-25B70C0C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22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EF14-680A-CE1B-E3BD-00E9980C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CD2AE-94D4-7B64-77AC-D5D6C3FBE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14BCD-6CDB-0897-5BE5-32CF3D0AD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A5758-D8DE-518D-D9EB-216DF129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6C0D6-D44A-709B-C68B-206BA657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EF6EF-E9D8-74E6-5CA1-9C3ABA5A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EB25-2CE9-D2A2-E710-9E9C1D8D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764DB-E369-DED4-EC38-8EE624615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3705E-49B2-4E61-620D-73D4247B6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16437-478F-A9AD-82B5-EE2FC2C26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D9C36-51AB-B8B9-F1C4-AFAE2FBF6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E84E1-633E-70A6-C751-5C892D7E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60D36-5E45-BBEA-D26E-447ED1CE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750597-7791-40E4-3612-FDDF5D0F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90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BD0-5824-8FC7-FA4C-F9B38C71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9E3C19-64E8-3433-C91D-4DA34FB3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0320B-DD89-8087-C09B-94997117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D528C-8A70-F840-B6CC-D2B6521C8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2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4A023-7C3E-BD77-A7CD-392D4846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80610-1D08-C9BB-23BA-5A478DE5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2AF35-7062-3232-0C67-264C4214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8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7F0D-3EC3-3065-86D5-C36F790D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8B4D-9F0D-E5C9-BC1D-14ACAF159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A087-0949-AED3-8302-6E093B2D4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39A8C-9E15-174F-F34A-06F8ECD8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94F4F-665F-EF66-3353-4CEC7DC0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B5E71-88D8-5E22-87BD-0E481AE8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1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5AA5-4522-881C-A58B-0571A8052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75F8E-5E58-8F57-60D6-955C44D08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20C8A-014F-12F2-0A78-DE35716B6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51CFA-1B61-DB21-41F9-DF9F2B1E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4DFEF-3AFC-FF08-77EF-0AC1AE38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CB0C3-2F25-C3C3-BC3A-21B140E2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63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782C-5D63-DF34-9A70-36AF1AD1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E51F4-D94B-5348-9E9E-38EB4BEF1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87B00-941B-B73B-31F9-59FAF1FB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8F47C-78EE-0AC5-4695-49082C50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210E-6640-3BB2-6A42-6B575672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F0C34-1E69-930F-E14B-6764E1C9E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6F840-ED8E-F26B-8174-1ED052290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0F625-890B-125C-6377-BE198E65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C273A-1CB4-B681-0F31-C042E9144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1B1C9-8358-31A4-15F0-6CCCC236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5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B1DF9-3064-1E27-25F3-DCF43164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9022A-4420-5DBF-1C31-C76F06A5A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4083-6F19-CE37-F4EA-D475DADD0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27415-F58A-45E2-86BF-28E1E7554F1E}" type="datetimeFigureOut">
              <a:rPr lang="en-US" smtClean="0"/>
              <a:t>30-May-26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061C2-83D2-4C65-CD9C-AAD155BA6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9561F-6008-1385-C932-D57D81FE2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9CE68-9C93-48FF-AE35-01FD8FBB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3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8E7378-1F1D-6289-779C-BB41781F8C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84685" y="97655"/>
            <a:ext cx="202263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HTML Chapter-1</a:t>
            </a:r>
            <a:endParaRPr lang="en-US" sz="2400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07C94-A1EC-C64B-A644-651D48F33369}"/>
              </a:ext>
            </a:extLst>
          </p:cNvPr>
          <p:cNvSpPr txBox="1"/>
          <p:nvPr/>
        </p:nvSpPr>
        <p:spPr>
          <a:xfrm flipH="1">
            <a:off x="10530456" y="97655"/>
            <a:ext cx="125317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Pritam Paul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832BD-6747-7AF1-DCAF-151F7E998E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4186" y="1109709"/>
            <a:ext cx="118161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Metadata: How to use meta tags to provide information about your documents.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Semantic HTML: Using the correct HTML elements to describe your document content.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Headings and sections: How to correctly use sectioning elements to give meaning to your content.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Attributes: Learn about the different global attributes along with attributes specific to particular HTML elements.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D2756-155F-3DD3-0BBD-55E2E26528A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1987" y="3691423"/>
            <a:ext cx="482057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Full form of HTML: Hypertext Markup Language</a:t>
            </a:r>
          </a:p>
        </p:txBody>
      </p:sp>
      <p:sp>
        <p:nvSpPr>
          <p:cNvPr id="11" name="Explosion: 14 Points 10">
            <a:extLst>
              <a:ext uri="{FF2B5EF4-FFF2-40B4-BE49-F238E27FC236}">
                <a16:creationId xmlns:a16="http://schemas.microsoft.com/office/drawing/2014/main" id="{C040CD17-A68C-3997-3964-89ACE4F16D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41025" y="3712821"/>
            <a:ext cx="3318709" cy="2473210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 means </a:t>
            </a:r>
            <a:r>
              <a:rPr lang="en-US" dirty="0" err="1"/>
              <a:t>Clickeble</a:t>
            </a:r>
            <a:r>
              <a:rPr lang="en-US" dirty="0"/>
              <a:t> texts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09D21B-3FAC-1B25-A7AC-0F8465F2213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12274" y="4060755"/>
            <a:ext cx="2073310" cy="422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07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767F95-F96A-5F1C-39DE-10EDA5F77D23}"/>
              </a:ext>
            </a:extLst>
          </p:cNvPr>
          <p:cNvSpPr txBox="1"/>
          <p:nvPr/>
        </p:nvSpPr>
        <p:spPr>
          <a:xfrm>
            <a:off x="5070629" y="310718"/>
            <a:ext cx="2050742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Base of a website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929151-317B-01D8-63AB-7DEDAC5B2038}"/>
              </a:ext>
            </a:extLst>
          </p:cNvPr>
          <p:cNvCxnSpPr/>
          <p:nvPr/>
        </p:nvCxnSpPr>
        <p:spPr>
          <a:xfrm flipH="1">
            <a:off x="3169328" y="680050"/>
            <a:ext cx="2521258" cy="784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818C76-62B5-4B56-6872-EFEFCBE96EFC}"/>
              </a:ext>
            </a:extLst>
          </p:cNvPr>
          <p:cNvCxnSpPr>
            <a:stCxn id="4" idx="2"/>
          </p:cNvCxnSpPr>
          <p:nvPr/>
        </p:nvCxnSpPr>
        <p:spPr>
          <a:xfrm>
            <a:off x="6096000" y="680050"/>
            <a:ext cx="0" cy="864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6A5B75-5DBB-6ACF-9093-166421096D33}"/>
              </a:ext>
            </a:extLst>
          </p:cNvPr>
          <p:cNvCxnSpPr/>
          <p:nvPr/>
        </p:nvCxnSpPr>
        <p:spPr>
          <a:xfrm>
            <a:off x="6738151" y="585926"/>
            <a:ext cx="2175030" cy="878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4900C0E-85D0-2E64-071A-312F336FC079}"/>
              </a:ext>
            </a:extLst>
          </p:cNvPr>
          <p:cNvSpPr txBox="1"/>
          <p:nvPr/>
        </p:nvSpPr>
        <p:spPr>
          <a:xfrm>
            <a:off x="2645545" y="1544715"/>
            <a:ext cx="781235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HTML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5F0E01-86DC-4430-D5E3-80546D9E89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72218" y="1535837"/>
            <a:ext cx="1047564" cy="71021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CSS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372FA7-DFDF-1DBE-89E1-39134D5932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47356" y="1544714"/>
            <a:ext cx="1713390" cy="71021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JavaScript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CEC711-15AD-3DE2-1D54-79437B456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7992" y="1464816"/>
            <a:ext cx="1127463" cy="71021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0B9DFF-E2EC-E2D0-B49F-606D0ABDE418}"/>
              </a:ext>
            </a:extLst>
          </p:cNvPr>
          <p:cNvSpPr txBox="1"/>
          <p:nvPr/>
        </p:nvSpPr>
        <p:spPr>
          <a:xfrm>
            <a:off x="568171" y="2956264"/>
            <a:ext cx="11194742" cy="203132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Golden Rule: </a:t>
            </a:r>
          </a:p>
          <a:p>
            <a:pPr marL="342900" indent="-342900">
              <a:buAutoNum type="arabicPeriod"/>
            </a:pPr>
            <a:r>
              <a:rPr lang="en-US" dirty="0"/>
              <a:t>Write ‘!’ on VS code then press ctrl + space bar, to get Emmet abbreviations,  which can boost your code writing speed.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Press alt + z to turn on word wrap in VS Code.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Always turn on Auto save. To turn it on go to VS Code&lt;File&lt;Autosave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A4092A-EFFC-F752-E82A-5244A4E64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607592" y="4273592"/>
            <a:ext cx="1765709" cy="340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7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146</Words>
  <Application>Microsoft Office PowerPoint</Application>
  <PresentationFormat>Widescreen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Algerian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Paul</dc:creator>
  <cp:lastModifiedBy>Pritam Paul</cp:lastModifiedBy>
  <cp:revision>2</cp:revision>
  <dcterms:created xsi:type="dcterms:W3CDTF">2026-05-30T12:31:02Z</dcterms:created>
  <dcterms:modified xsi:type="dcterms:W3CDTF">2026-05-30T13:03:06Z</dcterms:modified>
</cp:coreProperties>
</file>